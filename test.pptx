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売上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4月</c:v>
                  </c:pt>
                  <c:pt idx="1">
                    <c:v>5月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ノートです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813"/>
                </a:solidFill>
              </a:rPr>
              <a:t>タイトル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1813"/>
                </a:solidFill>
              </a:rPr>
              <a:t>本文です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0" y="274320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テスト</dc:creator>
  <cp:lastModifiedBy>テスト</cp:lastModifiedBy>
  <cp:revision>1</cp:revision>
  <dcterms:created xsi:type="dcterms:W3CDTF">2026-10-22T13:33:38Z</dcterms:created>
  <dcterms:modified xsi:type="dcterms:W3CDTF">2026-10-22T13:33:38Z</dcterms:modified>
</cp:coreProperties>
</file>