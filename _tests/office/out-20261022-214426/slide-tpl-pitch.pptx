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○○の提案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2026 年 10 月　○○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いま困っていること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○○に時間がかかる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○○がわかりにくい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やりたいこと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○○を使って、○○を短くする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まず 1 か月、試してみる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進め方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11 月：準備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12 月：試す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 月：ふり返り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ご意見をください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提案</dc:title>
  <dc:creator>テストの人</dc:creator>
  <dcterms:created xsi:type="dcterms:W3CDTF">2026-10-22T12:44:29Z</dcterms:created>
</cp:coreProperties>
</file>