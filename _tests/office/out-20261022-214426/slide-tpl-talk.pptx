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○○についての発表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2 年 1 組　○○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もくじ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調べたきっかけ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調べたこと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まとめ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調べたきっかけ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身の回りで気になったこと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みんなに知ってほしいと思ったこと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わかったこと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1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2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3</a:t>
            </a:r>
            <a:endParaRPr lang="ja-JP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まとめ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840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ja-JP" sz="2000" dirty="0">
                <a:solidFill>
                  <a:srgbClr val="FFFBFF"/>
                </a:solidFill>
                <a:latin typeface="Yu Gothic"/>
                <a:ea typeface="Yu Gothic"/>
              </a:rPr>
              <a:t>ご清聴ありがとうございました</a:t>
            </a:r>
            <a:endParaRPr lang="ja-JP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発表</dc:title>
  <dc:creator>テストの人</dc:creator>
  <dcterms:created xsi:type="dcterms:W3CDTF">2026-10-22T12:44:29Z</dcterms:created>
</cp:coreProperties>
</file>