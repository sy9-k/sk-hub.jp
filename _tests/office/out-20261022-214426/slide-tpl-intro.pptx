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はじめまして、○○です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自己紹介</a:t>
            </a:r>
            <a:endParaRPr lang="ja-JP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好きなこと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休みの日にしていること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最近はまっていること</a:t>
            </a:r>
            <a:endParaRPr lang="ja-JP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今年の目標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がんばりたいこと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できるようになりたいこと</a:t>
            </a:r>
            <a:endParaRPr lang="ja-JP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4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BFF"/>
                </a:solidFill>
                <a:latin typeface="Yu Gothic"/>
                <a:ea typeface="Yu Gothic"/>
              </a:rPr>
              <a:t>よろしくお願いします</a:t>
            </a:r>
            <a:endParaRPr lang="ja-JP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自己紹介</dc:title>
  <dc:creator>テストの人</dc:creator>
  <dcterms:created xsi:type="dcterms:W3CDTF">2026-10-22T12:44:29Z</dcterms:created>
</cp:coreProperties>
</file>