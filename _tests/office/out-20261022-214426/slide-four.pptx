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9144000" cy="6858000" type="screen4x3"/>
  <p:notesSz cx="6858000" cy="9144000"/>
  <p:defaultTextStyle>
    <a:defPPr>
      <a:defRPr lang="ja-JP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20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731520" y="1920240"/>
            <a:ext cx="7680960" cy="1371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b">
            <a:normAutofit/>
          </a:bodyPr>
          <a:lstStyle/>
          <a:p>
            <a:pPr algn="l">
              <a:buNone/>
            </a:pPr>
            <a:r>
              <a:rPr lang="ja-JP" sz="4400" b="1" dirty="0">
                <a:solidFill>
                  <a:srgbClr val="F1F2F6"/>
                </a:solidFill>
                <a:latin typeface="Yu Gothic"/>
                <a:ea typeface="Yu Gothic"/>
              </a:rPr>
              <a:t>4:3</a:t>
            </a:r>
            <a:endParaRPr lang="ja-JP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K Hub Office">
  <a:themeElements>
    <a:clrScheme name="SK Hub Office">
      <a:dk1>
        <a:srgbClr val="F1F2F6"/>
      </a:dk1>
      <a:lt1>
        <a:srgbClr val="14161F"/>
      </a:lt1>
      <a:dk2>
        <a:srgbClr val="B6BACB"/>
      </a:dk2>
      <a:lt2>
        <a:srgbClr val="232634"/>
      </a:lt2>
      <a:accent1>
        <a:srgbClr val="F59E0B"/>
      </a:accent1>
      <a:accent2>
        <a:srgbClr val="2563EB"/>
      </a:accent2>
      <a:accent3>
        <a:srgbClr val="16A34A"/>
      </a:accent3>
      <a:accent4>
        <a:srgbClr val="F59E0B"/>
      </a:accent4>
      <a:accent5>
        <a:srgbClr val="DB2777"/>
      </a:accent5>
      <a:accent6>
        <a:srgbClr val="7C3AED"/>
      </a:accent6>
      <a:hlink>
        <a:srgbClr val="1D4ED8"/>
      </a:hlink>
      <a:folHlink>
        <a:srgbClr val="7C3AED"/>
      </a:folHlink>
    </a:clrScheme>
    <a:fontScheme name="SK Hub Office">
      <a:majorFont>
        <a:latin typeface="Yu Gothic"/>
        <a:ea typeface="Yu Gothic"/>
        <a:cs typeface=""/>
      </a:majorFont>
      <a:minorFont>
        <a:latin typeface="Yu Gothic"/>
        <a:ea typeface="Yu Gothic"/>
        <a:cs typeface=""/>
      </a:minorFont>
    </a:fontScheme>
    <a:fmtScheme name="SK Hub 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4:3 と夜のテーマ</dc:title>
  <dc:creator>テストの人</dc:creator>
  <dcterms:created xsi:type="dcterms:W3CDTF">2026-10-22T12:44:29Z</dcterms:created>
</cp:coreProperties>
</file>