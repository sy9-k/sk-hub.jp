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  <p:sldId id="259" r:id="rId13"/>
  </p:sldIdLst>
  <p:sldSz cx="12192000" cy="6858000"/>
  <p:notesSz cx="6858000" cy="9144000"/>
  <p:defaultTextStyle>
    <a:defPPr>
      <a:defRPr lang="ja-JP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192024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l">
              <a:buNone/>
            </a:pPr>
            <a:r>
              <a:rPr lang="ja-JP" sz="4400" b="1" dirty="0">
                <a:solidFill>
                  <a:srgbClr val="261813"/>
                </a:solidFill>
                <a:latin typeface="Yu Gothic"/>
                <a:ea typeface="Yu Gothic"/>
              </a:rPr>
              <a:t>秋のお楽しみ会</a:t>
            </a:r>
            <a:endParaRPr lang="ja-JP" sz="4400" dirty="0"/>
          </a:p>
        </p:txBody>
      </p:sp>
      <p:sp>
        <p:nvSpPr>
          <p:cNvPr id="3" name="Subtitle 3"/>
          <p:cNvSpPr txBox="1"/>
          <p:nvPr/>
        </p:nvSpPr>
        <p:spPr>
          <a:xfrm>
            <a:off x="975360" y="356616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ja-JP" sz="2000" dirty="0">
                <a:solidFill>
                  <a:srgbClr val="6B4A3D"/>
                </a:solidFill>
                <a:latin typeface="Yu Gothic"/>
                <a:ea typeface="Yu Gothic"/>
              </a:rPr>
              <a:t>11 月 15 日（土）13:00〜　中央公民館</a:t>
            </a:r>
            <a:endParaRPr lang="ja-JP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やること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ゲーム大会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クイズ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おやつの時間</a:t>
            </a:r>
            <a:endParaRPr lang="ja-JP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持ち物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上ばき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飲み物</a:t>
            </a:r>
            <a:endParaRPr lang="ja-JP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4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233172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ctr">
              <a:buNone/>
            </a:pPr>
            <a:r>
              <a:rPr lang="ja-JP" sz="4400" b="1" dirty="0">
                <a:solidFill>
                  <a:srgbClr val="FFFBFF"/>
                </a:solidFill>
                <a:latin typeface="Yu Gothic"/>
                <a:ea typeface="Yu Gothic"/>
              </a:rPr>
              <a:t>みんなで来てね</a:t>
            </a:r>
            <a:endParaRPr lang="ja-JP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 Hub Office">
  <a:themeElements>
    <a:clrScheme name="SK Hub Office">
      <a:dk1>
        <a:srgbClr val="261813"/>
      </a:dk1>
      <a:lt1>
        <a:srgbClr val="FFFFFF"/>
      </a:lt1>
      <a:dk2>
        <a:srgbClr val="6B4A3D"/>
      </a:dk2>
      <a:lt2>
        <a:srgbClr val="FFF1EC"/>
      </a:lt2>
      <a:accent1>
        <a:srgbClr val="EA580C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イベントの案内</dc:title>
  <dc:creator>テストの人</dc:creator>
  <dcterms:created xsi:type="dcterms:W3CDTF">2026-10-22T12:42:37Z</dcterms:created>
</cp:coreProperties>
</file>