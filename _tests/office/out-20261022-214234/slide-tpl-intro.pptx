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はじめまして、○○です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自己紹介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好きなこと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休みの日にしていること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最近はまっていること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今年の目標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がんばりたいこと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できるようになりたいこと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よろしくお願いします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自己紹介</dc:title>
  <dc:creator>テストの人</dc:creator>
  <dcterms:created xsi:type="dcterms:W3CDTF">2026-10-22T12:42:37Z</dcterms:created>
</cp:coreProperties>
</file>