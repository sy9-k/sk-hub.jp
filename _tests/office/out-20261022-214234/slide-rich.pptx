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10"/>
    <p:sldId id="257" r:id="rId11"/>
    <p:sldId id="258" r:id="rId12"/>
    <p:sldId id="259" r:id="rId13"/>
    <p:sldId id="260" r:id="rId14"/>
    <p:sldId id="261" r:id="rId15"/>
  </p:sldIdLst>
  <p:sldSz cx="12192000" cy="6858000"/>
  <p:notesSz cx="6858000" cy="9144000"/>
  <p:defaultTextStyle>
    <a:defPPr>
      <a:defRPr lang="ja-JP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最初のノート</a:t>
            </a:r>
            <a:endParaRPr lang="ja-JP" dirty="0"/>
          </a:p>
          <a:p>
            <a:r>
              <a:rPr lang="ja-JP" dirty="0"/>
              <a:t>2 行目のノート</a:t>
            </a:r>
            <a:endParaRPr lang="ja-JP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箇条書きのノート</a:t>
            </a:r>
            <a:endParaRPr lang="ja-JP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ものの&lt;ノート&gt; &amp; "引用"</a:t>
            </a:r>
            <a:endParaRPr lang="ja-JP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192024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l">
              <a:buNone/>
            </a:pPr>
            <a:r>
              <a:rPr lang="ja-JP" sz="4400" b="1" dirty="0">
                <a:solidFill>
                  <a:srgbClr val="0F1D33"/>
                </a:solidFill>
                <a:latin typeface="Yu Gothic"/>
                <a:ea typeface="Yu Gothic"/>
              </a:rPr>
              <a:t>発表のタイトル</a:t>
            </a:r>
            <a:endParaRPr lang="ja-JP" sz="4400" dirty="0"/>
          </a:p>
        </p:txBody>
      </p:sp>
      <p:sp>
        <p:nvSpPr>
          <p:cNvPr id="3" name="Subtitle 3"/>
          <p:cNvSpPr txBox="1"/>
          <p:nvPr/>
        </p:nvSpPr>
        <p:spPr>
          <a:xfrm>
            <a:off x="975360" y="356616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ja-JP" sz="2000" dirty="0">
                <a:solidFill>
                  <a:srgbClr val="3B4A63"/>
                </a:solidFill>
                <a:latin typeface="Yu Gothic"/>
                <a:ea typeface="Yu Gothic"/>
              </a:rPr>
              <a:t>サブタイトル</a:t>
            </a:r>
            <a:endParaRPr lang="ja-JP" sz="2000" dirty="0"/>
          </a:p>
          <a:p>
            <a:pPr algn="l">
              <a:buNone/>
            </a:pPr>
            <a:r>
              <a:rPr lang="ja-JP" sz="2000" dirty="0">
                <a:solidFill>
                  <a:srgbClr val="3B4A63"/>
                </a:solidFill>
                <a:latin typeface="Yu Gothic"/>
                <a:ea typeface="Yu Gothic"/>
              </a:rPr>
              <a:t>2 行目</a:t>
            </a:r>
            <a:endParaRPr lang="ja-JP" sz="20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0F1D33"/>
                </a:solidFill>
                <a:latin typeface="Yu Gothic"/>
                <a:ea typeface="Yu Gothic"/>
              </a:rPr>
              <a:t>箇条書き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0F1D33"/>
                </a:solidFill>
                <a:latin typeface="Yu Gothic"/>
                <a:ea typeface="Yu Gothic"/>
              </a:rPr>
              <a:t>一つ目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0F1D33"/>
                </a:solidFill>
                <a:latin typeface="Yu Gothic"/>
                <a:ea typeface="Yu Gothic"/>
              </a:rPr>
              <a:t>二つ目 &lt;&amp;&gt;</a:t>
            </a:r>
            <a:endParaRPr lang="ja-JP" sz="2200" dirty="0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0F1D33"/>
                </a:solidFill>
                <a:latin typeface="Yu Gothic"/>
                <a:ea typeface="Yu Gothic"/>
              </a:rPr>
              <a:t>2 つ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487680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000" dirty="0">
                <a:solidFill>
                  <a:srgbClr val="0F1D33"/>
                </a:solidFill>
                <a:latin typeface="Yu Gothic"/>
                <a:ea typeface="Yu Gothic"/>
              </a:rPr>
              <a:t>左</a:t>
            </a:r>
            <a:endParaRPr lang="ja-JP" sz="2000" dirty="0"/>
          </a:p>
        </p:txBody>
      </p:sp>
      <p:sp>
        <p:nvSpPr>
          <p:cNvPr id="4" name="Content 4"/>
          <p:cNvSpPr txBox="1"/>
          <p:nvPr/>
        </p:nvSpPr>
        <p:spPr>
          <a:xfrm>
            <a:off x="6339840" y="1645920"/>
            <a:ext cx="487680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000" dirty="0">
                <a:solidFill>
                  <a:srgbClr val="0F1D33"/>
                </a:solidFill>
                <a:latin typeface="Yu Gothic"/>
                <a:ea typeface="Yu Gothic"/>
              </a:rPr>
              <a:t>右</a:t>
            </a:r>
            <a:endParaRPr lang="ja-JP" sz="2000" dirty="0"/>
          </a:p>
        </p:txBody>
      </p:sp>
    </p:spTree>
  </p:cSld>
  <p:clrMapOvr>
    <a:masterClrMapping/>
  </p:clrMapOvr>
  <p:transition spd="med"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233172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ctr">
              <a:buNone/>
            </a:pPr>
            <a:r>
              <a:rPr lang="ja-JP" sz="4400" b="1" dirty="0">
                <a:solidFill>
                  <a:srgbClr val="FFFFFF"/>
                </a:solidFill>
                <a:latin typeface="Yu Gothic"/>
                <a:ea typeface="Yu Gothic"/>
              </a:rPr>
              <a:t>セクション</a:t>
            </a:r>
            <a:endParaRPr lang="ja-JP" sz="4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0F1D33"/>
                </a:solidFill>
                <a:latin typeface="Yu Gothic"/>
                <a:ea typeface="Yu Gothic"/>
              </a:rPr>
              <a:t>ものを置く</a:t>
            </a:r>
            <a:endParaRPr lang="ja-JP" sz="3200" dirty="0"/>
          </a:p>
        </p:txBody>
      </p:sp>
      <p:sp>
        <p:nvSpPr>
          <p:cNvPr id="3" name="TextBox 3"/>
          <p:cNvSpPr txBox="1"/>
          <p:nvPr/>
        </p:nvSpPr>
        <p:spPr>
          <a:xfrm>
            <a:off x="609600" y="137160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>
              <a:buNone/>
            </a:pPr>
            <a:r>
              <a:rPr lang="ja-JP" sz="2400" b="1" dirty="0">
                <a:solidFill>
                  <a:srgbClr val="B91C1C"/>
                </a:solidFill>
                <a:latin typeface="Yu Gothic"/>
                <a:ea typeface="Yu Gothic"/>
              </a:rPr>
              <a:t>テキスト ボックス</a:t>
            </a:r>
            <a:endParaRPr lang="ja-JP" sz="2400" dirty="0"/>
          </a:p>
          <a:p>
            <a:pPr algn="ctr">
              <a:buNone/>
            </a:pPr>
            <a:r>
              <a:rPr lang="ja-JP" sz="2400" b="1" dirty="0">
                <a:solidFill>
                  <a:srgbClr val="B91C1C"/>
                </a:solidFill>
                <a:latin typeface="Yu Gothic"/>
                <a:ea typeface="Yu Gothic"/>
              </a:rPr>
              <a:t>2 行目</a:t>
            </a:r>
            <a:endParaRPr lang="ja-JP" sz="2400" dirty="0"/>
          </a:p>
        </p:txBody>
      </p:sp>
      <p:sp>
        <p:nvSpPr>
          <p:cNvPr id="4" name="Shape 4"/>
          <p:cNvSpPr/>
          <p:nvPr/>
        </p:nvSpPr>
        <p:spPr>
          <a:xfrm rot="900000">
            <a:off x="4876800" y="1371600"/>
            <a:ext cx="2438400" cy="1028700"/>
          </a:xfrm>
          <a:prstGeom prst="roundRect">
            <a:avLst/>
          </a:prstGeom>
          <a:solidFill>
            <a:srgbClr val="2563EB"/>
          </a:solidFill>
          <a:ln w="28575">
            <a:solidFill>
              <a:srgbClr val="111111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buNone/>
            </a:pPr>
            <a:r>
              <a:rPr lang="ja-JP" sz="1800" dirty="0">
                <a:solidFill>
                  <a:srgbClr val="FFFFFF"/>
                </a:solidFill>
                <a:latin typeface="Yu Gothic"/>
                <a:ea typeface="Yu Gothic"/>
              </a:rPr>
              <a:t>図形の文字</a:t>
            </a:r>
            <a:endParaRPr lang="ja-JP" sz="1800" dirty="0"/>
          </a:p>
        </p:txBody>
      </p:sp>
      <p:sp>
        <p:nvSpPr>
          <p:cNvPr id="5" name="Shape 5"/>
          <p:cNvSpPr/>
          <p:nvPr/>
        </p:nvSpPr>
        <p:spPr>
          <a:xfrm>
            <a:off x="609600" y="2743200"/>
            <a:ext cx="6096000" cy="68580"/>
          </a:xfrm>
          <a:prstGeom prst="line">
            <a:avLst/>
          </a:prstGeom>
          <a:noFill/>
          <a:ln w="76200">
            <a:solidFill>
              <a:srgbClr val="EA580C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ja-JP"/>
          </a:p>
        </p:txBody>
      </p:sp>
      <p:sp>
        <p:nvSpPr>
          <p:cNvPr id="6" name="Shape 6"/>
          <p:cNvSpPr/>
          <p:nvPr/>
        </p:nvSpPr>
        <p:spPr>
          <a:xfrm>
            <a:off x="8534400" y="1371600"/>
            <a:ext cx="1828800" cy="1028700"/>
          </a:xfrm>
          <a:prstGeom prst="star5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buNone/>
            </a:pPr>
            <a:endParaRPr lang="ja-JP" sz="1800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00000">
            <a:off x="609600" y="3429000"/>
            <a:ext cx="1219200" cy="685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3429000"/>
            <a:ext cx="1219200" cy="685800"/>
          </a:xfrm>
          <a:prstGeom prst="rect">
            <a:avLst/>
          </a:prstGeom>
        </p:spPr>
      </p:pic>
      <p:pic>
        <p:nvPicPr>
          <p:cNvPr id="9" name="Chart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0" y="3429000"/>
            <a:ext cx="4876800" cy="27432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 rot="300000">
            <a:off x="10485120" y="274320"/>
            <a:ext cx="1341120" cy="2606040"/>
            <a:chOff x="10485120" y="274320"/>
            <a:chExt cx="1341120" cy="2606040"/>
          </a:xfrm>
        </p:grpSpPr>
        <p:sp>
          <p:nvSpPr>
            <p:cNvPr id="11" name="Shape 11"/>
            <p:cNvSpPr/>
            <p:nvPr/>
          </p:nvSpPr>
          <p:spPr>
            <a:xfrm>
              <a:off x="10485120" y="274320"/>
              <a:ext cx="1341120" cy="1172718"/>
            </a:xfrm>
            <a:prstGeom prst="rect">
              <a:avLst/>
            </a:prstGeom>
            <a:solidFill>
              <a:srgbClr val="16A34A"/>
            </a:solidFill>
            <a:ln w="57150">
              <a:solidFill>
                <a:srgbClr val="111111"/>
              </a:solidFill>
            </a:ln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>
                <a:buNone/>
              </a:pPr>
              <a:r>
                <a:rPr lang="ja-JP" sz="1800" dirty="0">
                  <a:solidFill>
                    <a:srgbClr val="FFFFFF"/>
                  </a:solidFill>
                  <a:latin typeface="Yu Gothic"/>
                  <a:ea typeface="Yu Gothic"/>
                </a:rPr>
                <a:t>グループの図形</a:t>
              </a:r>
              <a:endParaRPr lang="ja-JP" sz="1800" dirty="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85120" y="1707642"/>
              <a:ext cx="1341120" cy="11727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normAutofit/>
            </a:bodyPr>
            <a:lstStyle/>
            <a:p>
              <a:pPr algn="l">
                <a:buNone/>
              </a:pPr>
              <a:r>
                <a:rPr lang="ja-JP" sz="1200" dirty="0">
                  <a:solidFill>
                    <a:srgbClr val="0F1D33"/>
                  </a:solidFill>
                  <a:latin typeface="Yu Gothic"/>
                  <a:ea typeface="Yu Gothic"/>
                </a:rPr>
                <a:t>グループの文字</a:t>
              </a:r>
              <a:endParaRPr lang="ja-JP" sz="12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K Hub Office">
  <a:themeElements>
    <a:clrScheme name="SK Hub Office">
      <a:dk1>
        <a:srgbClr val="0F1D33"/>
      </a:dk1>
      <a:lt1>
        <a:srgbClr val="FFFFFF"/>
      </a:lt1>
      <a:dk2>
        <a:srgbClr val="3B4A63"/>
      </a:dk2>
      <a:lt2>
        <a:srgbClr val="EAF1FF"/>
      </a:lt2>
      <a:accent1>
        <a:srgbClr val="2563EB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SK Hub Office">
  <a:themeElements>
    <a:clrScheme name="SK Hub Office">
      <a:dk1>
        <a:srgbClr val="0F1D33"/>
      </a:dk1>
      <a:lt1>
        <a:srgbClr val="FFFFFF"/>
      </a:lt1>
      <a:dk2>
        <a:srgbClr val="3B4A63"/>
      </a:dk2>
      <a:lt2>
        <a:srgbClr val="EAF1FF"/>
      </a:lt2>
      <a:accent1>
        <a:srgbClr val="2563EB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Slide のいろいろ</dc:title>
  <dc:creator>テストの人</dc:creator>
  <dcterms:created xsi:type="dcterms:W3CDTF">2026-10-22T12:42:37Z</dcterms:created>
</cp:coreProperties>
</file>