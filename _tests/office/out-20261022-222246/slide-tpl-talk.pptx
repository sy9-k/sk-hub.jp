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○○についての発表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 年 1 組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もくじ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まとめ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身の回りで気になったこと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みんなに知ってほしいと思ったこと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1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2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3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まとめ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840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000" dirty="0">
                <a:solidFill>
                  <a:srgbClr val="FFFBFF"/>
                </a:solidFill>
                <a:latin typeface="Yu Gothic"/>
                <a:ea typeface="Yu Gothic"/>
              </a:rPr>
              <a:t>ご清聴ありがとうございました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発表</dc:title>
  <dc:creator>テストの人</dc:creator>
  <dcterms:created xsi:type="dcterms:W3CDTF">2026-10-22T13:22:51Z</dcterms:created>
</cp:coreProperties>
</file>