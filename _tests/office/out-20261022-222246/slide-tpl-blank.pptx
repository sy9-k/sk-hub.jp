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タイトルを入力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サブタイトルを入力</a:t>
            </a:r>
            <a:endParaRPr lang="ja-JP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空白のプレゼンテーション</dc:title>
  <dc:creator>テストの人</dc:creator>
  <dcterms:created xsi:type="dcterms:W3CDTF">2026-10-22T13:22:51Z</dcterms:created>
</cp:coreProperties>
</file>