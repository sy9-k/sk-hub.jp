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  <p:sldId id="259" r:id="rId13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261813"/>
                </a:solidFill>
                <a:latin typeface="Yu Gothic"/>
                <a:ea typeface="Yu Gothic"/>
              </a:rPr>
              <a:t>はじめまして、○○です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6B4A3D"/>
                </a:solidFill>
                <a:latin typeface="Yu Gothic"/>
                <a:ea typeface="Yu Gothic"/>
              </a:rPr>
              <a:t>自己紹介</a:t>
            </a:r>
            <a:endParaRPr lang="ja-JP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好きなこと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休みの日にしていること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最近はまっていること</a:t>
            </a:r>
            <a:endParaRPr lang="ja-JP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今年の目標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がんばりたいこと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できるようになりたいこと</a:t>
            </a:r>
            <a:endParaRPr lang="ja-JP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4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233172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ctr">
              <a:buNone/>
            </a:pPr>
            <a:r>
              <a:rPr lang="ja-JP" sz="4400" b="1" dirty="0">
                <a:solidFill>
                  <a:srgbClr val="FFFBFF"/>
                </a:solidFill>
                <a:latin typeface="Yu Gothic"/>
                <a:ea typeface="Yu Gothic"/>
              </a:rPr>
              <a:t>よろしくお願いします</a:t>
            </a:r>
            <a:endParaRPr lang="ja-JP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261813"/>
      </a:dk1>
      <a:lt1>
        <a:srgbClr val="FFFFFF"/>
      </a:lt1>
      <a:dk2>
        <a:srgbClr val="6B4A3D"/>
      </a:dk2>
      <a:lt2>
        <a:srgbClr val="FFF1EC"/>
      </a:lt2>
      <a:accent1>
        <a:srgbClr val="EA580C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自己紹介</dc:title>
  <dc:creator>テストの人</dc:creator>
  <dcterms:created xsi:type="dcterms:W3CDTF">2026-10-22T13:22:51Z</dcterms:created>
</cp:coreProperties>
</file>