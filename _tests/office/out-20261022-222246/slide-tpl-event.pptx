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  <p:sldId id="257" r:id="rId11"/>
    <p:sldId id="258" r:id="rId12"/>
    <p:sldId id="259" r:id="rId13"/>
  </p:sldIdLst>
  <p:sldSz cx="12192000" cy="6858000"/>
  <p:notesSz cx="6858000" cy="9144000"/>
  <p:defaultTextStyle>
    <a:defPPr>
      <a:defRPr lang="ja-JP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20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192024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l">
              <a:buNone/>
            </a:pPr>
            <a:r>
              <a:rPr lang="ja-JP" sz="4400" b="1" dirty="0">
                <a:solidFill>
                  <a:srgbClr val="261813"/>
                </a:solidFill>
                <a:latin typeface="Yu Gothic"/>
                <a:ea typeface="Yu Gothic"/>
              </a:rPr>
              <a:t>秋のお楽しみ会</a:t>
            </a:r>
            <a:endParaRPr lang="ja-JP" sz="4400" dirty="0"/>
          </a:p>
        </p:txBody>
      </p:sp>
      <p:sp>
        <p:nvSpPr>
          <p:cNvPr id="3" name="Subtitle 3"/>
          <p:cNvSpPr txBox="1"/>
          <p:nvPr/>
        </p:nvSpPr>
        <p:spPr>
          <a:xfrm>
            <a:off x="975360" y="356616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>
              <a:buNone/>
            </a:pPr>
            <a:r>
              <a:rPr lang="ja-JP" sz="2000" dirty="0">
                <a:solidFill>
                  <a:srgbClr val="6B4A3D"/>
                </a:solidFill>
                <a:latin typeface="Yu Gothic"/>
                <a:ea typeface="Yu Gothic"/>
              </a:rPr>
              <a:t>11 月 15 日（土）13:00〜　中央公民館</a:t>
            </a:r>
            <a:endParaRPr lang="ja-JP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やること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ゲーム大会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クイズ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おやつの時間</a:t>
            </a:r>
            <a:endParaRPr lang="ja-JP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411480"/>
            <a:ext cx="10241280" cy="96012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>
              <a:buNone/>
            </a:pPr>
            <a:r>
              <a:rPr lang="ja-JP" sz="3200" b="1" dirty="0">
                <a:solidFill>
                  <a:srgbClr val="261813"/>
                </a:solidFill>
                <a:latin typeface="Yu Gothic"/>
                <a:ea typeface="Yu Gothic"/>
              </a:rPr>
              <a:t>持ち物</a:t>
            </a:r>
            <a:endParaRPr lang="ja-JP" sz="3200" dirty="0"/>
          </a:p>
        </p:txBody>
      </p:sp>
      <p:sp>
        <p:nvSpPr>
          <p:cNvPr id="3" name="Content 3"/>
          <p:cNvSpPr txBox="1"/>
          <p:nvPr/>
        </p:nvSpPr>
        <p:spPr>
          <a:xfrm>
            <a:off x="975360" y="1645920"/>
            <a:ext cx="10241280" cy="452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上ばき</a:t>
            </a:r>
            <a:endParaRPr lang="ja-JP" sz="2200" dirty="0"/>
          </a:p>
          <a:p>
            <a:pPr algn="l" marL="342900" indent="-342900">
              <a:buFont typeface="Arial"/>
              <a:buChar char="•"/>
            </a:pPr>
            <a:r>
              <a:rPr lang="ja-JP" sz="2200" dirty="0">
                <a:solidFill>
                  <a:srgbClr val="261813"/>
                </a:solidFill>
                <a:latin typeface="Yu Gothic"/>
                <a:ea typeface="Yu Gothic"/>
              </a:rPr>
              <a:t>飲み物</a:t>
            </a:r>
            <a:endParaRPr lang="ja-JP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C49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 txBox="1"/>
          <p:nvPr/>
        </p:nvSpPr>
        <p:spPr>
          <a:xfrm>
            <a:off x="975360" y="2331720"/>
            <a:ext cx="10241280" cy="1371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b">
            <a:normAutofit/>
          </a:bodyPr>
          <a:lstStyle/>
          <a:p>
            <a:pPr algn="ctr">
              <a:buNone/>
            </a:pPr>
            <a:r>
              <a:rPr lang="ja-JP" sz="4400" b="1" dirty="0">
                <a:solidFill>
                  <a:srgbClr val="FFFBFF"/>
                </a:solidFill>
                <a:latin typeface="Yu Gothic"/>
                <a:ea typeface="Yu Gothic"/>
              </a:rPr>
              <a:t>みんなで来てね</a:t>
            </a:r>
            <a:endParaRPr lang="ja-JP"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 Hub Office">
  <a:themeElements>
    <a:clrScheme name="SK Hub Office">
      <a:dk1>
        <a:srgbClr val="261813"/>
      </a:dk1>
      <a:lt1>
        <a:srgbClr val="FFFFFF"/>
      </a:lt1>
      <a:dk2>
        <a:srgbClr val="6B4A3D"/>
      </a:dk2>
      <a:lt2>
        <a:srgbClr val="FFF1EC"/>
      </a:lt2>
      <a:accent1>
        <a:srgbClr val="EA580C"/>
      </a:accent1>
      <a:accent2>
        <a:srgbClr val="2563EB"/>
      </a:accent2>
      <a:accent3>
        <a:srgbClr val="16A34A"/>
      </a:accent3>
      <a:accent4>
        <a:srgbClr val="F59E0B"/>
      </a:accent4>
      <a:accent5>
        <a:srgbClr val="DB2777"/>
      </a:accent5>
      <a:accent6>
        <a:srgbClr val="7C3AED"/>
      </a:accent6>
      <a:hlink>
        <a:srgbClr val="1D4ED8"/>
      </a:hlink>
      <a:folHlink>
        <a:srgbClr val="7C3AED"/>
      </a:folHlink>
    </a:clrScheme>
    <a:fontScheme name="SK Hub Office">
      <a:majorFont>
        <a:latin typeface="Yu Gothic"/>
        <a:ea typeface="Yu Gothic"/>
        <a:cs typeface=""/>
      </a:majorFont>
      <a:minorFont>
        <a:latin typeface="Yu Gothic"/>
        <a:ea typeface="Yu Gothic"/>
        <a:cs typeface=""/>
      </a:minorFont>
    </a:fontScheme>
    <a:fmtScheme name="SK Hub 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イベントの案内</dc:title>
  <dc:creator>テストの人</dc:creator>
  <dcterms:created xsi:type="dcterms:W3CDTF">2026-10-22T13:22:51Z</dcterms:created>
</cp:coreProperties>
</file>