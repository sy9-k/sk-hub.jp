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9144000" cy="6858000" type="screen4x3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731520" y="1920240"/>
            <a:ext cx="768096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F1F2F6"/>
                </a:solidFill>
                <a:latin typeface="Yu Gothic"/>
                <a:ea typeface="Yu Gothic"/>
              </a:rPr>
              <a:t>4:3</a:t>
            </a:r>
            <a:endParaRPr lang="ja-JP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F1F2F6"/>
      </a:dk1>
      <a:lt1>
        <a:srgbClr val="14161F"/>
      </a:lt1>
      <a:dk2>
        <a:srgbClr val="B6BACB"/>
      </a:dk2>
      <a:lt2>
        <a:srgbClr val="232634"/>
      </a:lt2>
      <a:accent1>
        <a:srgbClr val="F59E0B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4:3 と夜のテーマ</dc:title>
  <dc:creator>テストの人</dc:creator>
  <dcterms:created xsi:type="dcterms:W3CDTF">2026-10-22T13:22:51Z</dcterms:created>
</cp:coreProperties>
</file>