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最初のノート</a:t>
            </a:r>
            <a:endParaRPr lang="ja-JP" dirty="0"/>
          </a:p>
          <a:p>
            <a:r>
              <a:rPr lang="ja-JP" dirty="0"/>
              <a:t>2 行目のノート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箇条書きのノート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ものの&lt;ノート&gt; &amp; "引用"</a:t>
            </a:r>
            <a:endParaRPr lang="ja-JP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0F1D33"/>
                </a:solidFill>
                <a:latin typeface="Yu Gothic"/>
                <a:ea typeface="Yu Gothic"/>
              </a:rPr>
              <a:t>発表のタイトル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サブタイトル</a:t>
            </a:r>
            <a:endParaRPr lang="ja-JP" sz="2000" dirty="0"/>
          </a:p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2 行目</a:t>
            </a:r>
            <a:endParaRPr lang="ja-JP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箇条書き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一つ目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二つ目 &lt;&amp;&gt;</a:t>
            </a:r>
            <a:endParaRPr lang="ja-JP" sz="22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2 つ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左</a:t>
            </a:r>
            <a:endParaRPr lang="ja-JP" sz="2000" dirty="0"/>
          </a:p>
        </p:txBody>
      </p:sp>
      <p:sp>
        <p:nvSpPr>
          <p:cNvPr id="4" name="Content 4"/>
          <p:cNvSpPr txBox="1"/>
          <p:nvPr/>
        </p:nvSpPr>
        <p:spPr>
          <a:xfrm>
            <a:off x="633984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右</a:t>
            </a:r>
            <a:endParaRPr lang="ja-JP" sz="2000" dirty="0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FFF"/>
                </a:solidFill>
                <a:latin typeface="Yu Gothic"/>
                <a:ea typeface="Yu Gothic"/>
              </a:rPr>
              <a:t>セクション</a:t>
            </a:r>
            <a:endParaRPr lang="ja-JP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ものを置く</a:t>
            </a:r>
            <a:endParaRPr lang="ja-JP" sz="3200" dirty="0"/>
          </a:p>
        </p:txBody>
      </p:sp>
      <p:sp>
        <p:nvSpPr>
          <p:cNvPr id="3" name="TextBox 3"/>
          <p:cNvSpPr txBox="1"/>
          <p:nvPr/>
        </p:nvSpPr>
        <p:spPr>
          <a:xfrm>
            <a:off x="609600" y="13716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テキスト ボックス</a:t>
            </a:r>
            <a:endParaRPr lang="ja-JP" sz="2400" dirty="0"/>
          </a:p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2 行目</a:t>
            </a:r>
            <a:endParaRPr lang="ja-JP" sz="2400" dirty="0"/>
          </a:p>
        </p:txBody>
      </p:sp>
      <p:sp>
        <p:nvSpPr>
          <p:cNvPr id="4" name="Shape 4"/>
          <p:cNvSpPr/>
          <p:nvPr/>
        </p:nvSpPr>
        <p:spPr>
          <a:xfrm rot="900000">
            <a:off x="4876800" y="1371600"/>
            <a:ext cx="2438400" cy="1028700"/>
          </a:xfrm>
          <a:prstGeom prst="roundRect">
            <a:avLst/>
          </a:prstGeom>
          <a:solidFill>
            <a:srgbClr val="2563EB"/>
          </a:solidFill>
          <a:ln w="28575">
            <a:solidFill>
              <a:srgbClr val="111111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ja-JP" sz="1800" dirty="0">
                <a:solidFill>
                  <a:srgbClr val="FFFFFF"/>
                </a:solidFill>
                <a:latin typeface="Yu Gothic"/>
                <a:ea typeface="Yu Gothic"/>
              </a:rPr>
              <a:t>図形の文字</a:t>
            </a:r>
            <a:endParaRPr lang="ja-JP" sz="1800" dirty="0"/>
          </a:p>
        </p:txBody>
      </p:sp>
      <p:sp>
        <p:nvSpPr>
          <p:cNvPr id="5" name="Shape 5"/>
          <p:cNvSpPr/>
          <p:nvPr/>
        </p:nvSpPr>
        <p:spPr>
          <a:xfrm>
            <a:off x="609600" y="2743200"/>
            <a:ext cx="6096000" cy="68580"/>
          </a:xfrm>
          <a:prstGeom prst="line">
            <a:avLst/>
          </a:prstGeom>
          <a:noFill/>
          <a:ln w="76200">
            <a:solidFill>
              <a:srgbClr val="EA580C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ja-JP"/>
          </a:p>
        </p:txBody>
      </p:sp>
      <p:sp>
        <p:nvSpPr>
          <p:cNvPr id="6" name="Shape 6"/>
          <p:cNvSpPr/>
          <p:nvPr/>
        </p:nvSpPr>
        <p:spPr>
          <a:xfrm>
            <a:off x="8534400" y="1371600"/>
            <a:ext cx="1828800" cy="1028700"/>
          </a:xfrm>
          <a:prstGeom prst="star5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endParaRPr lang="ja-JP" sz="18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609600" y="3429000"/>
            <a:ext cx="1219200" cy="68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429000"/>
            <a:ext cx="1219200" cy="685800"/>
          </a:xfrm>
          <a:prstGeom prst="rect">
            <a:avLst/>
          </a:prstGeom>
        </p:spPr>
      </p:pic>
      <p:pic>
        <p:nvPicPr>
          <p:cNvPr id="9" name="Char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429000"/>
            <a:ext cx="4876800" cy="27432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300000">
            <a:off x="10485120" y="274320"/>
            <a:ext cx="1341120" cy="2606040"/>
            <a:chOff x="10485120" y="274320"/>
            <a:chExt cx="1341120" cy="2606040"/>
          </a:xfrm>
        </p:grpSpPr>
        <p:sp>
          <p:nvSpPr>
            <p:cNvPr id="11" name="Shape 11"/>
            <p:cNvSpPr/>
            <p:nvPr/>
          </p:nvSpPr>
          <p:spPr>
            <a:xfrm>
              <a:off x="10485120" y="274320"/>
              <a:ext cx="1341120" cy="1172718"/>
            </a:xfrm>
            <a:prstGeom prst="rect">
              <a:avLst/>
            </a:prstGeom>
            <a:solidFill>
              <a:srgbClr val="16A34A"/>
            </a:solidFill>
            <a:ln w="57150">
              <a:solidFill>
                <a:srgbClr val="111111"/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>
                <a:buNone/>
              </a:pPr>
              <a:r>
                <a:rPr lang="ja-JP" sz="1800" dirty="0">
                  <a:solidFill>
                    <a:srgbClr val="FFFFFF"/>
                  </a:solidFill>
                  <a:latin typeface="Yu Gothic"/>
                  <a:ea typeface="Yu Gothic"/>
                </a:rPr>
                <a:t>グループの図形</a:t>
              </a:r>
              <a:endParaRPr lang="ja-JP" sz="18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85120" y="1707642"/>
              <a:ext cx="1341120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algn="l">
                <a:buNone/>
              </a:pPr>
              <a:r>
                <a:rPr lang="ja-JP" sz="1200" dirty="0">
                  <a:solidFill>
                    <a:srgbClr val="0F1D33"/>
                  </a:solidFill>
                  <a:latin typeface="Yu Gothic"/>
                  <a:ea typeface="Yu Gothic"/>
                </a:rPr>
                <a:t>グループの文字</a:t>
              </a:r>
              <a:endParaRPr lang="ja-JP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のいろいろ</dc:title>
  <dc:creator>テストの人</dc:creator>
  <dcterms:created xsi:type="dcterms:W3CDTF">2026-10-22T12:44:15Z</dcterms:created>
</cp:coreProperties>
</file>