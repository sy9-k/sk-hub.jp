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192024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261813"/>
                </a:solidFill>
                <a:latin typeface="Yu Gothic"/>
                <a:ea typeface="Yu Gothic"/>
              </a:rPr>
              <a:t>タイトルを入力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56616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ja-JP" sz="2000" dirty="0">
                <a:solidFill>
                  <a:srgbClr val="6B4A3D"/>
                </a:solidFill>
                <a:latin typeface="Yu Gothic"/>
                <a:ea typeface="Yu Gothic"/>
              </a:rPr>
              <a:t>サブタイトルを入力</a:t>
            </a:r>
            <a:endParaRPr lang="ja-JP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261813"/>
      </a:dk1>
      <a:lt1>
        <a:srgbClr val="FFFFFF"/>
      </a:lt1>
      <a:dk2>
        <a:srgbClr val="6B4A3D"/>
      </a:dk2>
      <a:lt2>
        <a:srgbClr val="FFF1EC"/>
      </a:lt2>
      <a:accent1>
        <a:srgbClr val="EA580C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空白のプレゼンテーション</dc:title>
  <dc:creator>テストの人</dc:creator>
  <dcterms:created xsi:type="dcterms:W3CDTF">2026-10-22T12:44:14Z</dcterms:created>
</cp:coreProperties>
</file>