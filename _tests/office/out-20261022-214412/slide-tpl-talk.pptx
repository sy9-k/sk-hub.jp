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  <p:sldId id="259" r:id="rId13"/>
    <p:sldId id="260" r:id="rId14"/>
  </p:sldIdLst>
  <p:sldSz cx="12192000" cy="6858000"/>
  <p:notesSz cx="6858000" cy="9144000"/>
  <p:defaultTextStyle>
    <a:defPPr>
      <a:defRPr lang="ja-JP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0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192024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l">
              <a:buNone/>
            </a:pPr>
            <a:r>
              <a:rPr lang="ja-JP" sz="4400" b="1" dirty="0">
                <a:solidFill>
                  <a:srgbClr val="261813"/>
                </a:solidFill>
                <a:latin typeface="Yu Gothic"/>
                <a:ea typeface="Yu Gothic"/>
              </a:rPr>
              <a:t>○○についての発表</a:t>
            </a:r>
            <a:endParaRPr lang="ja-JP" sz="4400" dirty="0"/>
          </a:p>
        </p:txBody>
      </p:sp>
      <p:sp>
        <p:nvSpPr>
          <p:cNvPr id="3" name="Subtitle 3"/>
          <p:cNvSpPr txBox="1"/>
          <p:nvPr/>
        </p:nvSpPr>
        <p:spPr>
          <a:xfrm>
            <a:off x="975360" y="356616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ja-JP" sz="2000" dirty="0">
                <a:solidFill>
                  <a:srgbClr val="6B4A3D"/>
                </a:solidFill>
                <a:latin typeface="Yu Gothic"/>
                <a:ea typeface="Yu Gothic"/>
              </a:rPr>
              <a:t>2 年 1 組　○○</a:t>
            </a:r>
            <a:endParaRPr lang="ja-JP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もくじ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調べたきっかけ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調べたこと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わかったこと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まとめ</a:t>
            </a:r>
            <a:endParaRPr lang="ja-JP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調べたきっかけ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身の回りで気になったこと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みんなに知ってほしいと思ったこと</a:t>
            </a:r>
            <a:endParaRPr lang="ja-JP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わかったこと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わかったこと 1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わかったこと 2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わかったこと 3</a:t>
            </a:r>
            <a:endParaRPr lang="ja-JP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4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233172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ctr">
              <a:buNone/>
            </a:pPr>
            <a:r>
              <a:rPr lang="ja-JP" sz="4400" b="1" dirty="0">
                <a:solidFill>
                  <a:srgbClr val="FFFBFF"/>
                </a:solidFill>
                <a:latin typeface="Yu Gothic"/>
                <a:ea typeface="Yu Gothic"/>
              </a:rPr>
              <a:t>まとめ</a:t>
            </a:r>
            <a:endParaRPr lang="ja-JP" sz="4400" dirty="0"/>
          </a:p>
        </p:txBody>
      </p:sp>
      <p:sp>
        <p:nvSpPr>
          <p:cNvPr id="3" name="Subtitle 3"/>
          <p:cNvSpPr txBox="1"/>
          <p:nvPr/>
        </p:nvSpPr>
        <p:spPr>
          <a:xfrm>
            <a:off x="975360" y="3840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>
              <a:buNone/>
            </a:pPr>
            <a:r>
              <a:rPr lang="ja-JP" sz="2000" dirty="0">
                <a:solidFill>
                  <a:srgbClr val="FFFBFF"/>
                </a:solidFill>
                <a:latin typeface="Yu Gothic"/>
                <a:ea typeface="Yu Gothic"/>
              </a:rPr>
              <a:t>ご清聴ありがとうございました</a:t>
            </a:r>
            <a:endParaRPr lang="ja-JP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 Hub Office">
  <a:themeElements>
    <a:clrScheme name="SK Hub Office">
      <a:dk1>
        <a:srgbClr val="261813"/>
      </a:dk1>
      <a:lt1>
        <a:srgbClr val="FFFFFF"/>
      </a:lt1>
      <a:dk2>
        <a:srgbClr val="6B4A3D"/>
      </a:dk2>
      <a:lt2>
        <a:srgbClr val="FFF1EC"/>
      </a:lt2>
      <a:accent1>
        <a:srgbClr val="EA580C"/>
      </a:accent1>
      <a:accent2>
        <a:srgbClr val="2563EB"/>
      </a:accent2>
      <a:accent3>
        <a:srgbClr val="16A34A"/>
      </a:accent3>
      <a:accent4>
        <a:srgbClr val="F59E0B"/>
      </a:accent4>
      <a:accent5>
        <a:srgbClr val="DB2777"/>
      </a:accent5>
      <a:accent6>
        <a:srgbClr val="7C3AED"/>
      </a:accent6>
      <a:hlink>
        <a:srgbClr val="1D4ED8"/>
      </a:hlink>
      <a:folHlink>
        <a:srgbClr val="7C3AED"/>
      </a:folHlink>
    </a:clrScheme>
    <a:fontScheme name="SK Hub Office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SK Hub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発表</dc:title>
  <dc:creator>テストの人</dc:creator>
  <dcterms:created xsi:type="dcterms:W3CDTF">2026-10-22T12:44:14Z</dcterms:created>
</cp:coreProperties>
</file>