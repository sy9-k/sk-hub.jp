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秋のお楽しみ会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11 月 15 日（土）13:00〜　中央公民館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ゲーム大会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クイズ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おやつの時間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持ち物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上ばき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飲み物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みんなで来てね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イベントの案内</dc:title>
  <dc:creator>テストの人</dc:creator>
  <dcterms:created xsi:type="dcterms:W3CDTF">2026-10-22T12:44:15Z</dcterms:created>
</cp:coreProperties>
</file>